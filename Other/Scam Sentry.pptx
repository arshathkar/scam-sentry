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0BDFF-8898-7914-4A05-FCD5B7230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F10B5-7CC1-DC4F-5340-4C4FF5F07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BC3E1-E48E-013F-128C-E9120FF63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52FE-E839-45CB-BDDF-6BBBB6CDBAB7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CF4F7-0E09-36F3-CA4C-3A29B318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52469-29B0-6762-5AAF-4DE3D834F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B559-281E-4E2F-B849-B6C316984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36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F75A-BC27-1130-80EB-C02B1E30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FF9F2-A6A6-95C9-632B-6B295C035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1260D-AD7D-857B-4341-9040FADB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52FE-E839-45CB-BDDF-6BBBB6CDBAB7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5456C-A57F-8F8D-09A5-141512732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93A3B-77F5-8F5D-EE16-17D392DED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B559-281E-4E2F-B849-B6C316984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678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3E79A-1822-B0D1-B483-583A19867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E33E9-D0FA-DEA9-2D9D-52999387B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623F6-27A5-8E77-63A4-0D63176E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52FE-E839-45CB-BDDF-6BBBB6CDBAB7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13109-C64D-A170-23A0-374BA2614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2BA30-6012-D552-BFB5-ACC5FE29B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B559-281E-4E2F-B849-B6C316984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838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D83C-8694-8CA0-D3DF-45ADE91C9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A3D85-5EAB-0233-4128-8D1EDA0EB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FA1B5-F14B-8F98-7258-FF5BB9DD8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EC70F-5992-C5FA-4F2C-B403F9AB1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52FE-E839-45CB-BDDF-6BBBB6CDBAB7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832C3-05DB-696F-4981-7385A7FD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AF299-652A-B7AB-44C5-5121E1FDC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B559-281E-4E2F-B849-B6C316984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167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5A5C2-D3ED-AC7C-EC1C-2FDD07159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1CD04-51DC-1435-B2CC-7483DE606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CB7B2-41CB-7E5D-FB28-FCFFB6799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BD2BA-9C70-E672-05CF-81BC8E449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E89BF0-4B1D-FDC4-C35B-223782238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3CAA89-2635-73B4-20B5-F16DAF440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52FE-E839-45CB-BDDF-6BBBB6CDBAB7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CA4CF-8A6A-4ED3-2D38-C03E3A7E4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76BA1-F15F-18E5-4528-2BAA6EB95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B559-281E-4E2F-B849-B6C316984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764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74C05-3529-4416-9590-7C07D5CB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AE285A-90FB-BA1C-F868-BB1FF037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52FE-E839-45CB-BDDF-6BBBB6CDBAB7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CCA77-9E8B-86B2-DF42-A1BEA864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A672E-C0A6-8367-F231-2B0CDEDE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B559-281E-4E2F-B849-B6C316984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414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AE5CA2-23FC-67AE-A114-B5BEABDC4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52FE-E839-45CB-BDDF-6BBBB6CDBAB7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B86500-A6AF-1114-F60A-1FA1D36DC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96D7F-33C2-9B7E-91A1-36281B035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B559-281E-4E2F-B849-B6C316984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923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8DA81-8E32-77AB-7078-F711AC174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04E73-BEA1-73FF-1CB6-D9104B195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13CF7-8BA9-25EE-24EB-BA36DC246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72708-5082-C738-456C-9B7B993DD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52FE-E839-45CB-BDDF-6BBBB6CDBAB7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1DBF4-B043-1FA0-5FB9-2F8ED743F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D047D-0BCD-C67B-C9CB-97800405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B559-281E-4E2F-B849-B6C316984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5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DBBE-78D8-1E3C-DEC6-F9FF97B37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A5A167-203E-B32E-989D-EBB95F3CF0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97916-2C65-9010-27D4-2EFB471B4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1E169-24CA-37A5-2E2B-15D062D66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52FE-E839-45CB-BDDF-6BBBB6CDBAB7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27F8D-3918-C3E6-3853-B1DD21F57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282E2-0922-D721-7021-A66D500C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B559-281E-4E2F-B849-B6C316984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601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8C05-C706-2B4D-1FA1-5D9EB1313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4F1B8-0FEE-008F-7171-8632DDD55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B237F-CE47-633D-024D-88BA15EB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52FE-E839-45CB-BDDF-6BBBB6CDBAB7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9069A-0855-5488-488F-A02D5507E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2CBB8-5C2C-78F4-3FA0-D63CE52C3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B559-281E-4E2F-B849-B6C316984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43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0D8108-16A3-18BE-A3B6-F8029E53A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0DB94-BCFB-6022-A453-B779BDAB8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7E942-079D-A922-0D01-77CBD9DA9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C52FE-E839-45CB-BDDF-6BBBB6CDBAB7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1EB31-D03D-C678-5B71-41189E8B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02B82-6ED4-80E4-F7E0-7F6A2B33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B559-281E-4E2F-B849-B6C316984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10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D887C4-5DE3-DCAA-DB9A-C3FCCB57F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32046-0C59-A4B1-793D-67960B290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3683D-7DE6-92D0-6111-F00B3F72A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52FE-E839-45CB-BDDF-6BBBB6CDBAB7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6E60D-4B39-8822-5299-424DB1E52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86D57-8CCD-AD99-96A1-0635BD1F2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8B559-281E-4E2F-B849-B6C316984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79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F8E4F1E-E4B9-0ABD-8AFD-CFBCD5FBF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533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1666C-7762-5489-E5CB-1C96FF614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F4EB99-32F8-4AC0-2B44-CC956591B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0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0BF54-8DF4-C3E3-50CA-565E5ED69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C5F6BA-FDE8-3425-74AD-F9964C0E2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32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AF734-8F38-6C45-934F-95A657E44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DA3060-AAA4-C3AE-CFBF-A53980F97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58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61D39-86C0-56DE-1D6F-39E7A277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03DF8D-F0FD-46AD-90CF-CD0CE8765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43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F3325-35FB-62AA-410F-118A1D6A6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033A43-B001-07D0-9203-AB2341917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74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30C81-5C2D-884D-7683-80024752F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35477E-8176-BD67-8132-DD51BF8D0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Arshath Rahamaan</dc:creator>
  <cp:lastModifiedBy>Arshath Rahamaan</cp:lastModifiedBy>
  <cp:revision>1</cp:revision>
  <dcterms:created xsi:type="dcterms:W3CDTF">2026-09-08T08:51:18Z</dcterms:created>
  <dcterms:modified xsi:type="dcterms:W3CDTF">2026-09-08T08:58:37Z</dcterms:modified>
</cp:coreProperties>
</file>